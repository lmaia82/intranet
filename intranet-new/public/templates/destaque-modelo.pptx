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5240000" cy="4762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  <Relationship Id="rId5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struc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28600"/>
            <a:ext cx="14325600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pt-BR" sz="2400" b="1" dirty="0">
                <a:solidFill>
                  <a:srgbClr val="0052CC"/>
                </a:solidFill>
              </a:rPr>
              <a:t>Modelo de Destaque - Intranet CETEM</a:t>
            </a:r>
          </a:p>
        </p:txBody>
      </p:sp>
      <p:sp>
        <p:nvSpPr>
          <p:cNvPr id="3" name="Instrucoes"/>
          <p:cNvSpPr txBox="1"/>
          <p:nvPr/>
        </p:nvSpPr>
        <p:spPr>
          <a:xfrm>
            <a:off x="457200" y="800100"/>
            <a:ext cx="14325600" cy="37338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pt-BR" sz="1400" dirty="0">
                <a:solidFill>
                  <a:srgbClr val="333333"/>
                </a:solidFill>
              </a:rPr>
              <a:t>1. Va ate o Slide 2 (ja esta no tamanho exato: 1600 x 500 pixels).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</a:rPr>
              <a:t>2. Substitua o conteudo do Slide 2 pelo banner desejado (imagem de fundo, textos, logotipo).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</a:rPr>
              <a:t>3. Apague o texto de exemplo antes de exportar.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</a:rPr>
              <a:t>4. Para exportar como imagem: Arquivo &gt; Exportar &gt; Alterar o Tipo de Arquivo &gt; Imagem PNG (.png) &gt; escolha "Apenas Este Slide".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</a:rPr>
              <a:t>5. Envie o arquivo PNG gerado no cadastro de Destaques da intranet.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ea segura"/>
          <p:cNvSpPr/>
          <p:nvPr/>
        </p:nvSpPr>
        <p:spPr>
          <a:xfrm>
            <a:off x="0" y="0"/>
            <a:ext cx="15240000" cy="4762500"/>
          </a:xfrm>
          <a:prstGeom prst="rect">
            <a:avLst/>
          </a:prstGeom>
          <a:solidFill>
            <a:srgbClr val="EAF1FB"/>
          </a:solidFill>
          <a:ln w="12700">
            <a:solidFill>
              <a:srgbClr val="0052CC"/>
            </a:solidFill>
            <a:prstDash val="dash"/>
          </a:ln>
        </p:spPr>
        <p:txBody>
          <a:bodyPr wrap="square" anchor="ctr"/>
          <a:lstStyle/>
          <a:p>
            <a:pPr algn="ctr"/>
          </a:p>
        </p:txBody>
      </p:sp>
      <p:sp>
        <p:nvSpPr>
          <p:cNvPr id="3" name="Guia"/>
          <p:cNvSpPr txBox="1"/>
          <p:nvPr/>
        </p:nvSpPr>
        <p:spPr>
          <a:xfrm>
            <a:off x="457200" y="2106612"/>
            <a:ext cx="14325600" cy="549277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pt-BR" sz="2000" b="1" dirty="0">
                <a:solidFill>
                  <a:srgbClr val="0052CC"/>
                </a:solidFill>
              </a:rPr>
              <a:t>SUBSTITUA POR SEU BANNER (1600 x 500 px)</a:t>
            </a:r>
          </a:p>
          <a:p>
            <a:pPr algn="ctr"/>
            <a:r>
              <a:rPr lang="pt-BR" sz="2000" b="1" dirty="0">
                <a:solidFill>
                  <a:srgbClr val="0052CC"/>
                </a:solidFill>
              </a:rPr>
              <a:t>Apague este texto antes de exportar como imagem</a:t>
            </a:r>
          </a:p>
        </p:txBody>
      </p:sp>
    </p:spTree>
  </p:cSld>
</p:sld>
</file>

<file path=ppt/theme/theme1.xml><?xml version="1.0" encoding="utf-8"?>
<a:theme xmlns:a="http://schemas.openxmlformats.org/drawingml/2006/main" name="CETEM Destaque">
  <a:themeElements>
    <a:clrScheme name="CETEM">
      <a:dk1>
        <a:sysClr val="windowText" lastClr="000000"/>
      </a:dk1>
      <a:lt1>
        <a:sysClr val="window" lastClr="FFFFFF"/>
      </a:lt1>
      <a:dk2>
        <a:srgbClr val="0052CC"/>
      </a:dk2>
      <a:lt2>
        <a:srgbClr val="F4A000"/>
      </a:lt2>
      <a:accent1>
        <a:srgbClr val="0052CC"/>
      </a:accent1>
      <a:accent2>
        <a:srgbClr val="F4A000"/>
      </a:accent2>
      <a:accent3>
        <a:srgbClr val="4C9AFF"/>
      </a:accent3>
      <a:accent4>
        <a:srgbClr val="FFC400"/>
      </a:accent4>
      <a:accent5>
        <a:srgbClr val="003D99"/>
      </a:accent5>
      <a:accent6>
        <a:srgbClr val="B37700"/>
      </a:accent6>
      <a:hlink>
        <a:srgbClr val="0052CC"/>
      </a:hlink>
      <a:folHlink>
        <a:srgbClr val="B37700"/>
      </a:folHlink>
    </a:clrScheme>
    <a:fontScheme name="CETEM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ETE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Intranet CETEM</Application>
  <Slides>2</Slides>
  <TitlesOfParts>
    <vt:vector size="2" baseType="lpstr">
      <vt:lpstr>Instrucoes</vt:lpstr>
      <vt:lpstr>Banner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Modelo de Destaque - CETEM</dc:title>
  <dc:creator>Intranet CETEM</dc:creator>
  <cp:lastModifiedBy>Intranet CETEM</cp:lastModifiedBy>
  <dcterms:created xsi:type="dcterms:W3CDTF">2026-07-14T00:00:00Z</dcterms:created>
  <dcterms:modified xsi:type="dcterms:W3CDTF">2026-07-14T00:00:00Z</dcterms:modified>
</cp:coreProperties>
</file>